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474" y="2949739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en-US" sz="4800" dirty="0"/>
              <a:t>Spaceship Titanic</a:t>
            </a:r>
            <a:br>
              <a:rPr lang="en-US" dirty="0"/>
            </a:br>
            <a:r>
              <a:rPr lang="en-US" sz="3200" dirty="0"/>
              <a:t>November 18, 2025</a:t>
            </a:r>
            <a:br>
              <a:rPr lang="en-US" sz="3200" dirty="0"/>
            </a:br>
            <a:r>
              <a:rPr lang="en-US" sz="3200" dirty="0"/>
              <a:t>Marcus Hansen &amp; Sarah Seager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anchor="ctr"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838099"/>
            <a:ext cx="8012113" cy="428488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In the year 2912, the </a:t>
            </a:r>
            <a:r>
              <a:rPr lang="en-US" sz="2400" i="1" dirty="0"/>
              <a:t>Spaceship Titanic </a:t>
            </a:r>
            <a:r>
              <a:rPr lang="en-US" sz="2400" dirty="0"/>
              <a:t>set out with 13,000 passengers. While </a:t>
            </a:r>
            <a:r>
              <a:rPr lang="en-US" sz="2400" dirty="0" err="1"/>
              <a:t>en</a:t>
            </a:r>
            <a:r>
              <a:rPr lang="en-US" sz="2400" dirty="0"/>
              <a:t> route, it collided with a spacetime anomaly, and almost half of the passengers were lost in another dimension.</a:t>
            </a:r>
          </a:p>
          <a:p>
            <a:r>
              <a:rPr lang="en-US" sz="2400" dirty="0"/>
              <a:t>Our task was to build a binary classifier model to predict which passengers were transported by the anomaly using records from the ship</a:t>
            </a:r>
          </a:p>
          <a:p>
            <a:r>
              <a:rPr lang="en-US" sz="2400" dirty="0"/>
              <a:t>Our dataset had almost 13k records over 14 features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2E71B-89B7-38E4-BD6B-FDA8E61AB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 </a:t>
            </a:r>
            <a:br>
              <a:rPr lang="en-US" dirty="0"/>
            </a:br>
            <a:r>
              <a:rPr lang="en-US" dirty="0"/>
              <a:t>&amp; Feature Engineering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A71E56-BAB4-BDB1-650E-79C9BBBBB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5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77760B-6CE1-1B56-ED7B-D761EEE5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9E8DF1-3BBE-83C5-6D09-5E59B76E8E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DA771-5D6E-AA29-1567-DA5861845B54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1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1C184F-E04C-6F44-4243-CF7EF8703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Results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D888BD-6F05-8CE9-9D73-CB6D54A9C11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884C79-5BBD-94A8-2FF9-54FB3DCC75F0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56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5BB57A-102B-D153-E357-D13BCFC9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1EF3B2-E7BF-E1A5-159B-A9CE65FD90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F09B14A-DDAC-94F7-0DBB-2F6FFE4A8F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23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15E88D-3B64-7AFD-7B7E-9E9294AD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Use The LLM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38B269-B9D7-A0B6-F23B-360798B2F7F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5BB06-594B-A54F-F7C8-C611FACCAE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14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0BEBE9-DDFB-6E57-BF3E-59F4C303FD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81C5F53-58B5-D34C-AC47-674C5C6DF2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1673352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BC90B52-91C7-4BE9-8AE0-180FFFE110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60708A-6461-4D7F-883F-7E25D731D3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30005B-6102-4F3C-A26F-485DF1BF971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{B0D02D0C-2C0C-4C28-B58C-5A0B85E1879E}TFab1f0ecd-b87c-476f-be30-2c815ce1b1f82585027f_win32-74124434413c</Template>
  <TotalTime>42</TotalTime>
  <Words>110</Words>
  <Application>Microsoft Office PowerPoint</Application>
  <PresentationFormat>Widescreen</PresentationFormat>
  <Paragraphs>14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Spaceship Titanic November 18, 2025 Marcus Hansen &amp; Sarah Seager</vt:lpstr>
      <vt:lpstr>Project overview</vt:lpstr>
      <vt:lpstr>Data Preprocessing  &amp; Feature Engineering</vt:lpstr>
      <vt:lpstr>Machine Learning Models</vt:lpstr>
      <vt:lpstr>Evaluation Results</vt:lpstr>
      <vt:lpstr>Conclusion and Future</vt:lpstr>
      <vt:lpstr>How We Use The LLM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Seager</dc:creator>
  <cp:lastModifiedBy>Sarah Seager</cp:lastModifiedBy>
  <cp:revision>2</cp:revision>
  <dcterms:created xsi:type="dcterms:W3CDTF">2025-11-18T17:26:37Z</dcterms:created>
  <dcterms:modified xsi:type="dcterms:W3CDTF">2025-11-18T19:24:58Z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